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ndauer, Robert H. (Student)" userId="ee37fdeb-658b-497b-a795-5b9e47791488" providerId="ADAL" clId="{B0A431FF-8CC5-4180-BBE2-97C82F5A1C53}"/>
    <pc:docChg chg="undo custSel modSld">
      <pc:chgData name="Lindauer, Robert H. (Student)" userId="ee37fdeb-658b-497b-a795-5b9e47791488" providerId="ADAL" clId="{B0A431FF-8CC5-4180-BBE2-97C82F5A1C53}" dt="2026-02-09T12:48:18.501" v="60" actId="20577"/>
      <pc:docMkLst>
        <pc:docMk/>
      </pc:docMkLst>
      <pc:sldChg chg="modSp mod">
        <pc:chgData name="Lindauer, Robert H. (Student)" userId="ee37fdeb-658b-497b-a795-5b9e47791488" providerId="ADAL" clId="{B0A431FF-8CC5-4180-BBE2-97C82F5A1C53}" dt="2026-02-09T12:48:18.501" v="60" actId="20577"/>
        <pc:sldMkLst>
          <pc:docMk/>
          <pc:sldMk cId="754563936" sldId="256"/>
        </pc:sldMkLst>
        <pc:spChg chg="mod">
          <ac:chgData name="Lindauer, Robert H. (Student)" userId="ee37fdeb-658b-497b-a795-5b9e47791488" providerId="ADAL" clId="{B0A431FF-8CC5-4180-BBE2-97C82F5A1C53}" dt="2026-02-09T12:45:37.285" v="37" actId="20577"/>
          <ac:spMkLst>
            <pc:docMk/>
            <pc:sldMk cId="754563936" sldId="256"/>
            <ac:spMk id="6" creationId="{1C160888-B45B-70D3-6979-9EC62E0DFCE9}"/>
          </ac:spMkLst>
        </pc:spChg>
        <pc:spChg chg="mod">
          <ac:chgData name="Lindauer, Robert H. (Student)" userId="ee37fdeb-658b-497b-a795-5b9e47791488" providerId="ADAL" clId="{B0A431FF-8CC5-4180-BBE2-97C82F5A1C53}" dt="2026-02-09T12:48:18.501" v="60" actId="20577"/>
          <ac:spMkLst>
            <pc:docMk/>
            <pc:sldMk cId="754563936" sldId="256"/>
            <ac:spMk id="7" creationId="{B0329ACF-184A-36FF-5585-2B92777F8E6E}"/>
          </ac:spMkLst>
        </pc:spChg>
        <pc:spChg chg="mod">
          <ac:chgData name="Lindauer, Robert H. (Student)" userId="ee37fdeb-658b-497b-a795-5b9e47791488" providerId="ADAL" clId="{B0A431FF-8CC5-4180-BBE2-97C82F5A1C53}" dt="2026-02-09T12:45:53.829" v="44" actId="20577"/>
          <ac:spMkLst>
            <pc:docMk/>
            <pc:sldMk cId="754563936" sldId="256"/>
            <ac:spMk id="11" creationId="{B9D1342B-B33F-6D25-CD9A-D7C55626CFF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8864D-4AB5-AB27-CD44-5D1A6FABEB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98BBEC-3044-14FB-DC65-9C408D86FC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C8D044-4C5C-6E97-22DA-5D2CC5818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FA3F7-5F4B-43FA-9A8E-FC2609DD5581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6FF588-540E-1E82-B8E1-86DBB2B56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57FAC9-2B92-77ED-43C1-38F54C42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2A29B-D179-4A50-BD87-1891247007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267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60C0B-9A9C-BD16-0424-FCE74CAA0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B03913-2156-B6E1-D448-0F8E72CAD7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C7184C-E457-0068-F943-EDC5EC8E7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FA3F7-5F4B-43FA-9A8E-FC2609DD5581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3D1235-2731-DFEE-1187-0A097E64F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1A2A69-A354-0058-4896-6F342328F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2A29B-D179-4A50-BD87-1891247007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498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BDC54-710C-8149-EBFA-F6F0BD76A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C72493-C9ED-9738-14D9-9555E508F5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FAC34D-89B1-1187-1D2B-8326C9D45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FA3F7-5F4B-43FA-9A8E-FC2609DD5581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C6DCE-6775-C501-E840-C158AD7D1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E2B5A2-1727-81BA-8355-EF5370B3D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2A29B-D179-4A50-BD87-1891247007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9735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01695-B427-BCF1-4143-5A4E307EE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07E91-FED5-3363-3073-844EA45F59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E6E34C-455A-55A8-7FFA-2B05A63E34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2C04EB-37B4-4D58-201A-6848B5977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FA3F7-5F4B-43FA-9A8E-FC2609DD5581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854CB3-F2E1-4678-0B5A-1E75FBA05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579778-7178-9704-480D-DA16D2E62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2A29B-D179-4A50-BD87-1891247007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373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2F0BF-480F-2196-2B22-BF4F25D66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A2C45B-3804-C419-73CD-29E5C9C400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AEF66A-4C6F-A0EB-8BDB-26540A2A0E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EE75E2-9C7D-DD7B-F10E-761B632560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71E3B9-26A0-A878-E131-7AEF349232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A155DA-2FFA-7711-2909-5607EF38F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FA3F7-5F4B-43FA-9A8E-FC2609DD5581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001260-6B4F-0173-9A23-12434637B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D36607-2EE3-994C-93B8-D93A8A953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2A29B-D179-4A50-BD87-1891247007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0797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9158A-3EF3-F067-0A41-5B56F71FF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F3D715-8175-E555-3ADD-D1D11F5B6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FA3F7-5F4B-43FA-9A8E-FC2609DD5581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FFAD66-2BB8-4DB5-D28E-F9CE0D267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57BA7E-5E6F-1096-BA7F-F6B779604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2A29B-D179-4A50-BD87-1891247007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2926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D89820-7542-0D09-A459-B2C7781EF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FA3F7-5F4B-43FA-9A8E-FC2609DD5581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F20588-427F-586F-5E09-1A9C33AE2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42519B-D42B-6440-CCB6-798AB85E9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2A29B-D179-4A50-BD87-1891247007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36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9DE3F-0C78-9FB7-32F8-F6595014C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9AE552-207D-AD50-6044-40F79992BD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8C8C0C-F73A-D810-D282-5C117A7E39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D24E6A-2413-C232-37FB-7BD3673B9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FA3F7-5F4B-43FA-9A8E-FC2609DD5581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42E12C-22CE-F12A-7B57-F37DA81AC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3C54B0-907D-FA58-2815-4551A5E13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2A29B-D179-4A50-BD87-1891247007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437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92B17-B2D5-D1AA-F297-F64564BE3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64E584-27E8-E9E7-3891-9F43196108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8B2643-57B6-E16A-CEF1-B2F4A1DB9E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F34912-2D97-71DC-1D5C-47572F74B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FA3F7-5F4B-43FA-9A8E-FC2609DD5581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E5C550-31BE-8584-BCF3-16D4480F1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470337-74A8-F319-DE2F-09275A393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2A29B-D179-4A50-BD87-1891247007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972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17F4B-531F-881D-9DB4-CBD08E97D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DDABDB-7199-2A7D-BBA6-E44BC919BB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2DDF45-B869-D747-E76C-A2467E452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FA3F7-5F4B-43FA-9A8E-FC2609DD5581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231B15-CCCF-2172-EE5C-8DF51F2DC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ACF346-5179-863D-D1DA-E5D71BF78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2A29B-D179-4A50-BD87-1891247007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9330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F60B1B-C70F-B7A0-CD10-FBF96508B2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223F20-3DAA-CEA6-25FB-4463587234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C3F57C-4502-748D-AE9F-4AC57337E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FA3F7-5F4B-43FA-9A8E-FC2609DD5581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663DCC-EE29-93CF-D938-E0A9DEBDD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F1C5D4-712D-21D7-10B0-AD7E0755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2A29B-D179-4A50-BD87-1891247007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089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C0485A-FFA4-D863-3656-D15F1AB17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EEF0A7-77B2-F2D1-A938-8622152029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FAF6EA-D513-44BB-6305-77507B02B1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EFA3F7-5F4B-43FA-9A8E-FC2609DD5581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389A77-0991-41AB-FE07-F02B442784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80BF1-300A-CF11-C13B-79AFDA4B58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12A29B-D179-4A50-BD87-1891247007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591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030EB4-6DC8-8FF0-AAB1-FAA296E12DB9}"/>
              </a:ext>
            </a:extLst>
          </p:cNvPr>
          <p:cNvSpPr/>
          <p:nvPr/>
        </p:nvSpPr>
        <p:spPr>
          <a:xfrm>
            <a:off x="3138311" y="903111"/>
            <a:ext cx="6333067" cy="552026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160888-B45B-70D3-6979-9EC62E0DFCE9}"/>
              </a:ext>
            </a:extLst>
          </p:cNvPr>
          <p:cNvSpPr/>
          <p:nvPr/>
        </p:nvSpPr>
        <p:spPr>
          <a:xfrm>
            <a:off x="3296356" y="1106311"/>
            <a:ext cx="1930400" cy="6547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CCSU Clubs Logo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0329ACF-184A-36FF-5585-2B92777F8E6E}"/>
              </a:ext>
            </a:extLst>
          </p:cNvPr>
          <p:cNvSpPr/>
          <p:nvPr/>
        </p:nvSpPr>
        <p:spPr>
          <a:xfrm>
            <a:off x="5531556" y="1106311"/>
            <a:ext cx="3781776" cy="6547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Links:  Home, Search, View Calendar, Add/</a:t>
            </a:r>
            <a:r>
              <a:rPr lang="en-US" sz="1600" dirty="0" err="1"/>
              <a:t>upd</a:t>
            </a:r>
            <a:r>
              <a:rPr lang="en-US" sz="1600" dirty="0"/>
              <a:t>/del club</a:t>
            </a:r>
            <a:r>
              <a:rPr lang="en-US" sz="1600"/>
              <a:t>, Add</a:t>
            </a:r>
            <a:r>
              <a:rPr lang="en-US" sz="1600" dirty="0"/>
              <a:t>/</a:t>
            </a:r>
            <a:r>
              <a:rPr lang="en-US" sz="1600" dirty="0" err="1"/>
              <a:t>upd</a:t>
            </a:r>
            <a:r>
              <a:rPr lang="en-US" sz="1600" dirty="0"/>
              <a:t>/del event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E5AA4A5-48D2-8195-C4EB-6849C80366D9}"/>
              </a:ext>
            </a:extLst>
          </p:cNvPr>
          <p:cNvSpPr/>
          <p:nvPr/>
        </p:nvSpPr>
        <p:spPr>
          <a:xfrm>
            <a:off x="3296355" y="1964267"/>
            <a:ext cx="6016977" cy="6547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Rolling banner highlighting selected clubs and events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9D1342B-B33F-6D25-CD9A-D7C55626CFF0}"/>
              </a:ext>
            </a:extLst>
          </p:cNvPr>
          <p:cNvSpPr/>
          <p:nvPr/>
        </p:nvSpPr>
        <p:spPr>
          <a:xfrm>
            <a:off x="3296355" y="2844800"/>
            <a:ext cx="6016977" cy="290688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/>
              <a:t>Main area – scrollable list of clubs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sz="2400" b="1" dirty="0"/>
              <a:t>. . 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F881F99-4BD0-A6AC-A124-4448D651ADA7}"/>
              </a:ext>
            </a:extLst>
          </p:cNvPr>
          <p:cNvSpPr/>
          <p:nvPr/>
        </p:nvSpPr>
        <p:spPr>
          <a:xfrm>
            <a:off x="3296355" y="5904089"/>
            <a:ext cx="6016977" cy="41768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Footer – CCSU standard info, contact info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CA19297-F415-5C7A-46D7-32E9FB571B4B}"/>
              </a:ext>
            </a:extLst>
          </p:cNvPr>
          <p:cNvSpPr/>
          <p:nvPr/>
        </p:nvSpPr>
        <p:spPr>
          <a:xfrm>
            <a:off x="3567289" y="3203220"/>
            <a:ext cx="993422" cy="5672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Club 1 image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990AB90-D5DA-A925-0E95-A4CF7BE05568}"/>
              </a:ext>
            </a:extLst>
          </p:cNvPr>
          <p:cNvSpPr/>
          <p:nvPr/>
        </p:nvSpPr>
        <p:spPr>
          <a:xfrm>
            <a:off x="4730044" y="3203220"/>
            <a:ext cx="4357511" cy="56726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Club 1 – Name &amp; brief description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DDBE583-4C1A-3D26-B88F-6E7A4A9E32C5}"/>
              </a:ext>
            </a:extLst>
          </p:cNvPr>
          <p:cNvSpPr/>
          <p:nvPr/>
        </p:nvSpPr>
        <p:spPr>
          <a:xfrm>
            <a:off x="3567289" y="3922887"/>
            <a:ext cx="993422" cy="5672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Club 2 image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DC5C09D-B2C8-2A46-0CAA-A9A719A62B13}"/>
              </a:ext>
            </a:extLst>
          </p:cNvPr>
          <p:cNvSpPr/>
          <p:nvPr/>
        </p:nvSpPr>
        <p:spPr>
          <a:xfrm>
            <a:off x="4730044" y="3922887"/>
            <a:ext cx="4357511" cy="56726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Club 2 – Name &amp; brief description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63C341A-7F41-D925-BCC3-315892CA2CFD}"/>
              </a:ext>
            </a:extLst>
          </p:cNvPr>
          <p:cNvSpPr/>
          <p:nvPr/>
        </p:nvSpPr>
        <p:spPr>
          <a:xfrm>
            <a:off x="3567289" y="5048958"/>
            <a:ext cx="993422" cy="5672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Club n image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9C476F8-BBBF-32F9-5FC0-392630C17449}"/>
              </a:ext>
            </a:extLst>
          </p:cNvPr>
          <p:cNvSpPr/>
          <p:nvPr/>
        </p:nvSpPr>
        <p:spPr>
          <a:xfrm>
            <a:off x="4730044" y="5048958"/>
            <a:ext cx="4357511" cy="56726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Club n – Name &amp; brief description</a:t>
            </a:r>
          </a:p>
        </p:txBody>
      </p:sp>
    </p:spTree>
    <p:extLst>
      <p:ext uri="{BB962C8B-B14F-4D97-AF65-F5344CB8AC3E}">
        <p14:creationId xmlns:p14="http://schemas.microsoft.com/office/powerpoint/2010/main" val="7545639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0F7C4465-0867-4330-B478-6F11FE05BEA7}"/>
              </a:ext>
            </a:extLst>
          </p:cNvPr>
          <p:cNvSpPr/>
          <p:nvPr/>
        </p:nvSpPr>
        <p:spPr>
          <a:xfrm>
            <a:off x="8063267" y="2099732"/>
            <a:ext cx="1518920" cy="2088446"/>
          </a:xfrm>
          <a:prstGeom prst="rect">
            <a:avLst/>
          </a:prstGeom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/>
              <a:t>Add/Del/</a:t>
            </a:r>
            <a:r>
              <a:rPr lang="en-US" dirty="0" err="1"/>
              <a:t>Upd</a:t>
            </a:r>
            <a:r>
              <a:rPr lang="en-US" dirty="0"/>
              <a:t> Club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D1586D5-646B-A224-2602-D7670006BA55}"/>
              </a:ext>
            </a:extLst>
          </p:cNvPr>
          <p:cNvSpPr/>
          <p:nvPr/>
        </p:nvSpPr>
        <p:spPr>
          <a:xfrm>
            <a:off x="9718605" y="2099732"/>
            <a:ext cx="1518920" cy="2088446"/>
          </a:xfrm>
          <a:prstGeom prst="rect">
            <a:avLst/>
          </a:prstGeom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/>
              <a:t>Add/Del/</a:t>
            </a:r>
            <a:r>
              <a:rPr lang="en-US" dirty="0" err="1"/>
              <a:t>Upd</a:t>
            </a:r>
            <a:r>
              <a:rPr lang="en-US" dirty="0"/>
              <a:t> Event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CB45C09-9053-E181-9CE7-F37FF907FF5E}"/>
              </a:ext>
            </a:extLst>
          </p:cNvPr>
          <p:cNvSpPr/>
          <p:nvPr/>
        </p:nvSpPr>
        <p:spPr>
          <a:xfrm>
            <a:off x="3972808" y="4758267"/>
            <a:ext cx="4255911" cy="1681427"/>
          </a:xfrm>
          <a:prstGeom prst="rect">
            <a:avLst/>
          </a:prstGeom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/>
              <a:t>Individual Event Pages</a:t>
            </a:r>
          </a:p>
          <a:p>
            <a:pPr algn="ctr"/>
            <a:endParaRPr lang="en-US" dirty="0"/>
          </a:p>
          <a:p>
            <a:pPr algn="ctr"/>
            <a:r>
              <a:rPr lang="en-US" sz="3200" dirty="0"/>
              <a:t>            …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A72BC33-36D5-5A4B-279C-8C933E2B4D86}"/>
              </a:ext>
            </a:extLst>
          </p:cNvPr>
          <p:cNvSpPr/>
          <p:nvPr/>
        </p:nvSpPr>
        <p:spPr>
          <a:xfrm>
            <a:off x="5342750" y="2099732"/>
            <a:ext cx="1518920" cy="2088446"/>
          </a:xfrm>
          <a:prstGeom prst="rect">
            <a:avLst/>
          </a:prstGeom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/>
              <a:t>Scrollable Calendar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D7F774D-F881-A623-AE93-5D4682F9291C}"/>
              </a:ext>
            </a:extLst>
          </p:cNvPr>
          <p:cNvSpPr/>
          <p:nvPr/>
        </p:nvSpPr>
        <p:spPr>
          <a:xfrm>
            <a:off x="812800" y="2099733"/>
            <a:ext cx="4255911" cy="2088445"/>
          </a:xfrm>
          <a:prstGeom prst="rect">
            <a:avLst/>
          </a:prstGeom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/>
              <a:t>Individual Club Pages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      </a:t>
            </a:r>
            <a:r>
              <a:rPr lang="en-US" sz="3200" dirty="0"/>
              <a:t>…    ….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47F3919-C368-C52F-4D0B-A797D0EF82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5394" y="440884"/>
            <a:ext cx="981212" cy="12574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64E0736-FB0D-4259-CDD8-17B3094DB2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527" y="2771686"/>
            <a:ext cx="1009791" cy="13146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1CF77EA-82D1-BF11-9EF5-0BC7E78083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5942" y="2771685"/>
            <a:ext cx="1009791" cy="131463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CE61F22-05D1-14A5-11B9-D8FF69A042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2831" y="2771684"/>
            <a:ext cx="1009791" cy="131463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726D1F9-CC43-70FB-D6C9-0A5F800571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2817" y="2771683"/>
            <a:ext cx="1009791" cy="131463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17F862C-25BD-93BF-B305-E7623AE2C4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4624" y="5023126"/>
            <a:ext cx="1009791" cy="131463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D81EC36-354A-B64E-EB37-EDD458972D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4039" y="5023125"/>
            <a:ext cx="1009791" cy="131463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93A5EA9-D1D5-471C-11F2-2D62DA0E21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0928" y="5023124"/>
            <a:ext cx="1009791" cy="131463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EA27BBB-26D9-16DE-2EBD-7673B164A7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7832" y="2771683"/>
            <a:ext cx="1009791" cy="131463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3B95FF5-E2BD-26AE-7B7B-E595577807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3170" y="2771683"/>
            <a:ext cx="1009791" cy="1314633"/>
          </a:xfrm>
          <a:prstGeom prst="rect">
            <a:avLst/>
          </a:prstGeom>
        </p:spPr>
      </p:pic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D2DD58DC-4EE9-AEE3-A245-2838E69F7E46}"/>
              </a:ext>
            </a:extLst>
          </p:cNvPr>
          <p:cNvCxnSpPr>
            <a:stCxn id="16" idx="0"/>
            <a:endCxn id="3" idx="2"/>
          </p:cNvCxnSpPr>
          <p:nvPr/>
        </p:nvCxnSpPr>
        <p:spPr>
          <a:xfrm rot="5400000" flipH="1" flipV="1">
            <a:off x="4317691" y="321424"/>
            <a:ext cx="401374" cy="3155244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3568DE43-E02D-BCA0-AA2C-E8DFA62194E6}"/>
              </a:ext>
            </a:extLst>
          </p:cNvPr>
          <p:cNvCxnSpPr>
            <a:stCxn id="3" idx="2"/>
            <a:endCxn id="20" idx="0"/>
          </p:cNvCxnSpPr>
          <p:nvPr/>
        </p:nvCxnSpPr>
        <p:spPr>
          <a:xfrm rot="16200000" flipH="1">
            <a:off x="8086346" y="-291988"/>
            <a:ext cx="401373" cy="4382065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F3F0484B-FCA7-AEA8-7290-A2FF6BCF92C4}"/>
              </a:ext>
            </a:extLst>
          </p:cNvPr>
          <p:cNvCxnSpPr>
            <a:stCxn id="3" idx="2"/>
            <a:endCxn id="17" idx="0"/>
          </p:cNvCxnSpPr>
          <p:nvPr/>
        </p:nvCxnSpPr>
        <p:spPr>
          <a:xfrm rot="16200000" flipH="1">
            <a:off x="5898419" y="1895940"/>
            <a:ext cx="401373" cy="6210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446FD161-47BB-80EB-99E1-D36DA6633F71}"/>
              </a:ext>
            </a:extLst>
          </p:cNvPr>
          <p:cNvCxnSpPr>
            <a:stCxn id="3" idx="2"/>
            <a:endCxn id="19" idx="0"/>
          </p:cNvCxnSpPr>
          <p:nvPr/>
        </p:nvCxnSpPr>
        <p:spPr>
          <a:xfrm rot="16200000" flipH="1">
            <a:off x="7258677" y="535681"/>
            <a:ext cx="401373" cy="272672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8E91A090-C4D1-188E-3A82-B9B6C07F3CFD}"/>
              </a:ext>
            </a:extLst>
          </p:cNvPr>
          <p:cNvCxnSpPr>
            <a:stCxn id="17" idx="2"/>
            <a:endCxn id="18" idx="0"/>
          </p:cNvCxnSpPr>
          <p:nvPr/>
        </p:nvCxnSpPr>
        <p:spPr>
          <a:xfrm rot="5400000">
            <a:off x="5816443" y="4472499"/>
            <a:ext cx="570089" cy="1446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50422759-5155-19F1-6E3E-D6A24D9D00D9}"/>
              </a:ext>
            </a:extLst>
          </p:cNvPr>
          <p:cNvCxnSpPr>
            <a:stCxn id="13" idx="3"/>
            <a:endCxn id="15" idx="2"/>
          </p:cNvCxnSpPr>
          <p:nvPr/>
        </p:nvCxnSpPr>
        <p:spPr>
          <a:xfrm flipV="1">
            <a:off x="8000719" y="4086316"/>
            <a:ext cx="2477347" cy="1594125"/>
          </a:xfrm>
          <a:prstGeom prst="line">
            <a:avLst/>
          </a:prstGeom>
          <a:ln>
            <a:solidFill>
              <a:srgbClr val="FF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Speech Bubble: Rectangle with Corners Rounded 35">
            <a:extLst>
              <a:ext uri="{FF2B5EF4-FFF2-40B4-BE49-F238E27FC236}">
                <a16:creationId xmlns:a16="http://schemas.microsoft.com/office/drawing/2014/main" id="{ED102F72-DF72-C450-1358-8DFF63ADCC58}"/>
              </a:ext>
            </a:extLst>
          </p:cNvPr>
          <p:cNvSpPr/>
          <p:nvPr/>
        </p:nvSpPr>
        <p:spPr>
          <a:xfrm>
            <a:off x="9582187" y="5143500"/>
            <a:ext cx="2034928" cy="929400"/>
          </a:xfrm>
          <a:prstGeom prst="wedgeRoundRectCallout">
            <a:avLst>
              <a:gd name="adj1" fmla="val -57084"/>
              <a:gd name="adj2" fmla="val -91228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From each event page there will be a link to the event deletion / update page</a:t>
            </a:r>
          </a:p>
        </p:txBody>
      </p: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09E071BD-4D5B-8FA2-CD90-CDDC61129C94}"/>
              </a:ext>
            </a:extLst>
          </p:cNvPr>
          <p:cNvCxnSpPr>
            <a:cxnSpLocks/>
            <a:stCxn id="8" idx="2"/>
            <a:endCxn id="14" idx="2"/>
          </p:cNvCxnSpPr>
          <p:nvPr/>
        </p:nvCxnSpPr>
        <p:spPr>
          <a:xfrm rot="5400000" flipH="1" flipV="1">
            <a:off x="6535226" y="1798816"/>
            <a:ext cx="1" cy="4575001"/>
          </a:xfrm>
          <a:prstGeom prst="bentConnector3">
            <a:avLst>
              <a:gd name="adj1" fmla="val -22860000000"/>
            </a:avLst>
          </a:prstGeom>
          <a:ln>
            <a:solidFill>
              <a:srgbClr val="FF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Speech Bubble: Rectangle with Corners Rounded 46">
            <a:extLst>
              <a:ext uri="{FF2B5EF4-FFF2-40B4-BE49-F238E27FC236}">
                <a16:creationId xmlns:a16="http://schemas.microsoft.com/office/drawing/2014/main" id="{F579A519-D893-FA3E-D420-9399C6270A8A}"/>
              </a:ext>
            </a:extLst>
          </p:cNvPr>
          <p:cNvSpPr/>
          <p:nvPr/>
        </p:nvSpPr>
        <p:spPr>
          <a:xfrm>
            <a:off x="1332231" y="5094038"/>
            <a:ext cx="2034928" cy="929400"/>
          </a:xfrm>
          <a:prstGeom prst="wedgeRoundRectCallout">
            <a:avLst>
              <a:gd name="adj1" fmla="val 94364"/>
              <a:gd name="adj2" fmla="val -133741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From each club page there will be a link to the club deletion / update page</a:t>
            </a:r>
          </a:p>
        </p:txBody>
      </p:sp>
    </p:spTree>
    <p:extLst>
      <p:ext uri="{BB962C8B-B14F-4D97-AF65-F5344CB8AC3E}">
        <p14:creationId xmlns:p14="http://schemas.microsoft.com/office/powerpoint/2010/main" val="4377111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137</Words>
  <Application>Microsoft Office PowerPoint</Application>
  <PresentationFormat>Widescreen</PresentationFormat>
  <Paragraphs>29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 Lindauer</dc:creator>
  <cp:lastModifiedBy>Lindauer, Robert H. (Student)</cp:lastModifiedBy>
  <cp:revision>4</cp:revision>
  <dcterms:created xsi:type="dcterms:W3CDTF">2026-02-08T23:42:13Z</dcterms:created>
  <dcterms:modified xsi:type="dcterms:W3CDTF">2026-02-09T12:48:24Z</dcterms:modified>
</cp:coreProperties>
</file>